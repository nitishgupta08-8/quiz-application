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Schibsted Grotesk" panose="020B0604020202020204" charset="0"/>
      <p:regular r:id="rId9"/>
    </p:embeddedFont>
    <p:embeddedFont>
      <p:font typeface="Schibsted Grotesk Bold" panose="020B0604020202020204" charset="0"/>
      <p:regular r:id="rId10"/>
    </p:embeddedFont>
    <p:embeddedFont>
      <p:font typeface="Schibsted Grotesk ExtraBold" panose="020B0604020202020204" charset="0"/>
      <p:regular r:id="rId11"/>
    </p:embeddedFont>
    <p:embeddedFont>
      <p:font typeface="Schibsted Grotesk Medium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3D24"/>
    <a:srgbClr val="0437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sh Gupta" userId="68517650b6947836" providerId="LiveId" clId="{804302E3-FDEB-4B3D-846D-B5767F3B4791}"/>
    <pc:docChg chg="modSld">
      <pc:chgData name="Nitish Gupta" userId="68517650b6947836" providerId="LiveId" clId="{804302E3-FDEB-4B3D-846D-B5767F3B4791}" dt="2026-10-09T12:33:49.483" v="8" actId="22"/>
      <pc:docMkLst>
        <pc:docMk/>
      </pc:docMkLst>
      <pc:sldChg chg="addSp modSp mod">
        <pc:chgData name="Nitish Gupta" userId="68517650b6947836" providerId="LiveId" clId="{804302E3-FDEB-4B3D-846D-B5767F3B4791}" dt="2026-10-09T12:33:32.988" v="2" actId="207"/>
        <pc:sldMkLst>
          <pc:docMk/>
          <pc:sldMk cId="0" sldId="256"/>
        </pc:sldMkLst>
        <pc:spChg chg="add mod">
          <ac:chgData name="Nitish Gupta" userId="68517650b6947836" providerId="LiveId" clId="{804302E3-FDEB-4B3D-846D-B5767F3B4791}" dt="2026-10-09T12:33:32.988" v="2" actId="207"/>
          <ac:spMkLst>
            <pc:docMk/>
            <pc:sldMk cId="0" sldId="256"/>
            <ac:spMk id="7" creationId="{B5474974-0486-AC42-DDE3-66468A6F53AD}"/>
          </ac:spMkLst>
        </pc:spChg>
      </pc:sldChg>
      <pc:sldChg chg="addSp modSp mod">
        <pc:chgData name="Nitish Gupta" userId="68517650b6947836" providerId="LiveId" clId="{804302E3-FDEB-4B3D-846D-B5767F3B4791}" dt="2026-10-09T12:33:39.656" v="4" actId="1038"/>
        <pc:sldMkLst>
          <pc:docMk/>
          <pc:sldMk cId="0" sldId="257"/>
        </pc:sldMkLst>
        <pc:spChg chg="add mod">
          <ac:chgData name="Nitish Gupta" userId="68517650b6947836" providerId="LiveId" clId="{804302E3-FDEB-4B3D-846D-B5767F3B4791}" dt="2026-10-09T12:33:39.656" v="4" actId="1038"/>
          <ac:spMkLst>
            <pc:docMk/>
            <pc:sldMk cId="0" sldId="257"/>
            <ac:spMk id="10" creationId="{5A59A21D-989B-95FF-F595-2EDB63160B7D}"/>
          </ac:spMkLst>
        </pc:spChg>
      </pc:sldChg>
      <pc:sldChg chg="addSp mod">
        <pc:chgData name="Nitish Gupta" userId="68517650b6947836" providerId="LiveId" clId="{804302E3-FDEB-4B3D-846D-B5767F3B4791}" dt="2026-10-09T12:33:42.844" v="5" actId="22"/>
        <pc:sldMkLst>
          <pc:docMk/>
          <pc:sldMk cId="0" sldId="258"/>
        </pc:sldMkLst>
        <pc:spChg chg="add">
          <ac:chgData name="Nitish Gupta" userId="68517650b6947836" providerId="LiveId" clId="{804302E3-FDEB-4B3D-846D-B5767F3B4791}" dt="2026-10-09T12:33:42.844" v="5" actId="22"/>
          <ac:spMkLst>
            <pc:docMk/>
            <pc:sldMk cId="0" sldId="258"/>
            <ac:spMk id="25" creationId="{275FEDED-8E98-737E-8A4A-416120E039E4}"/>
          </ac:spMkLst>
        </pc:spChg>
      </pc:sldChg>
      <pc:sldChg chg="addSp mod">
        <pc:chgData name="Nitish Gupta" userId="68517650b6947836" providerId="LiveId" clId="{804302E3-FDEB-4B3D-846D-B5767F3B4791}" dt="2026-10-09T12:33:44.919" v="6" actId="22"/>
        <pc:sldMkLst>
          <pc:docMk/>
          <pc:sldMk cId="0" sldId="259"/>
        </pc:sldMkLst>
        <pc:spChg chg="add">
          <ac:chgData name="Nitish Gupta" userId="68517650b6947836" providerId="LiveId" clId="{804302E3-FDEB-4B3D-846D-B5767F3B4791}" dt="2026-10-09T12:33:44.919" v="6" actId="22"/>
          <ac:spMkLst>
            <pc:docMk/>
            <pc:sldMk cId="0" sldId="259"/>
            <ac:spMk id="18" creationId="{4BE26A36-6EEE-F730-ACBF-065BD5A4F424}"/>
          </ac:spMkLst>
        </pc:spChg>
      </pc:sldChg>
      <pc:sldChg chg="addSp mod">
        <pc:chgData name="Nitish Gupta" userId="68517650b6947836" providerId="LiveId" clId="{804302E3-FDEB-4B3D-846D-B5767F3B4791}" dt="2026-10-09T12:33:46.898" v="7" actId="22"/>
        <pc:sldMkLst>
          <pc:docMk/>
          <pc:sldMk cId="0" sldId="260"/>
        </pc:sldMkLst>
        <pc:spChg chg="add">
          <ac:chgData name="Nitish Gupta" userId="68517650b6947836" providerId="LiveId" clId="{804302E3-FDEB-4B3D-846D-B5767F3B4791}" dt="2026-10-09T12:33:46.898" v="7" actId="22"/>
          <ac:spMkLst>
            <pc:docMk/>
            <pc:sldMk cId="0" sldId="260"/>
            <ac:spMk id="23" creationId="{3DE218A2-B418-CF71-014A-A0752C37F9D9}"/>
          </ac:spMkLst>
        </pc:spChg>
      </pc:sldChg>
      <pc:sldChg chg="addSp mod">
        <pc:chgData name="Nitish Gupta" userId="68517650b6947836" providerId="LiveId" clId="{804302E3-FDEB-4B3D-846D-B5767F3B4791}" dt="2026-10-09T12:33:49.483" v="8" actId="22"/>
        <pc:sldMkLst>
          <pc:docMk/>
          <pc:sldMk cId="0" sldId="261"/>
        </pc:sldMkLst>
        <pc:spChg chg="add">
          <ac:chgData name="Nitish Gupta" userId="68517650b6947836" providerId="LiveId" clId="{804302E3-FDEB-4B3D-846D-B5767F3B4791}" dt="2026-10-09T12:33:49.483" v="8" actId="22"/>
          <ac:spMkLst>
            <pc:docMk/>
            <pc:sldMk cId="0" sldId="261"/>
            <ac:spMk id="13" creationId="{1C06B265-066C-0DD5-7A9F-80B5D9551D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06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2000"/>
            </a:srgbClr>
          </a:solidFill>
          <a:ln/>
        </p:spPr>
      </p:sp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57213"/>
            <a:ext cx="1127731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14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QUIZ APPLICATION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189" y="1574165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 Interactive Frontend Web Development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189" y="2178943"/>
            <a:ext cx="2819329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463105"/>
            <a:ext cx="11277318" cy="176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Presented By: Nitish Gupta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Project: Quiz Application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Technologies: HTML, CSS, JavaScript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Project Overview: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89" y="4413587"/>
            <a:ext cx="11277318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Quiz Application is a web-based platform that allows users to answer multiple-choice questions (MCQs), attempt quizzes within a time limit, and view their final scores. It provides an interactive and user-friendly quiz experience.</a:t>
            </a:r>
            <a:endParaRPr lang="en-US" sz="15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74974-0486-AC42-DDE3-66468A6F53AD}"/>
              </a:ext>
            </a:extLst>
          </p:cNvPr>
          <p:cNvSpPr/>
          <p:nvPr/>
        </p:nvSpPr>
        <p:spPr>
          <a:xfrm>
            <a:off x="11036968" y="6553200"/>
            <a:ext cx="1090864" cy="304800"/>
          </a:xfrm>
          <a:prstGeom prst="rect">
            <a:avLst/>
          </a:prstGeom>
          <a:solidFill>
            <a:srgbClr val="053D24"/>
          </a:solidFill>
          <a:ln>
            <a:solidFill>
              <a:srgbClr val="043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3555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INTRODUCTION &amp; OBJECTIVES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5049414" cy="2930922"/>
          </a:xfrm>
          <a:prstGeom prst="rect">
            <a:avLst/>
          </a:prstGeom>
          <a:solidFill>
            <a:srgbClr val="1E4F4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634576"/>
            <a:ext cx="4287433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38179" y="2277011"/>
            <a:ext cx="4287433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Quiz Application is designed to test users' knowledge through multiple-choice questions. It automatically manages questions, tracks time, calculates scores, and displays results.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63691" y="1507576"/>
            <a:ext cx="5770815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63691" y="2146201"/>
            <a:ext cx="5770815" cy="174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Develop a simple and user-friendly quiz website.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Allow users to answer MCQs.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Implement a countdown timer.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Calculate and display scores automatically.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Randomize questions for different quiz attempts.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93739" y="6526510"/>
            <a:ext cx="39795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9A21D-989B-95FF-F595-2EDB63160B7D}"/>
              </a:ext>
            </a:extLst>
          </p:cNvPr>
          <p:cNvSpPr/>
          <p:nvPr/>
        </p:nvSpPr>
        <p:spPr>
          <a:xfrm>
            <a:off x="11044989" y="6553200"/>
            <a:ext cx="1090864" cy="304800"/>
          </a:xfrm>
          <a:prstGeom prst="rect">
            <a:avLst/>
          </a:prstGeom>
          <a:solidFill>
            <a:srgbClr val="053D24"/>
          </a:solidFill>
          <a:ln>
            <a:solidFill>
              <a:srgbClr val="043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3555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3657509" cy="2503785"/>
          </a:xfrm>
          <a:prstGeom prst="roundRect">
            <a:avLst>
              <a:gd name="adj" fmla="val 3835"/>
            </a:avLst>
          </a:prstGeom>
          <a:solidFill>
            <a:srgbClr val="2E5A4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1367730"/>
            <a:ext cx="457189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582" y="1949708"/>
            <a:ext cx="30987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1. Multiple-Choice Questions (MCQs)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6582" y="2879467"/>
            <a:ext cx="309872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Users can choose one answer from multiple available options.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267093" y="1240730"/>
            <a:ext cx="3657509" cy="2503785"/>
          </a:xfrm>
          <a:prstGeom prst="roundRect">
            <a:avLst>
              <a:gd name="adj" fmla="val 3835"/>
            </a:avLst>
          </a:prstGeom>
          <a:solidFill>
            <a:srgbClr val="2E5A4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486" y="1367730"/>
            <a:ext cx="457189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46486" y="1949708"/>
            <a:ext cx="309872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2. Countdown Timer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546486" y="2483287"/>
            <a:ext cx="3098722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Tracks the remaining time and helps users complete the quiz within the given time limit.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076998" y="1240730"/>
            <a:ext cx="3657509" cy="2503785"/>
          </a:xfrm>
          <a:prstGeom prst="roundRect">
            <a:avLst>
              <a:gd name="adj" fmla="val 3835"/>
            </a:avLst>
          </a:prstGeom>
          <a:solidFill>
            <a:srgbClr val="2E5A4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91" y="1367730"/>
            <a:ext cx="457189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56391" y="1949708"/>
            <a:ext cx="309872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3. Scoreboard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8356391" y="2483287"/>
            <a:ext cx="309872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Displays the user's final score based on correct answers.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457189" y="3896916"/>
            <a:ext cx="5562461" cy="2503884"/>
          </a:xfrm>
          <a:prstGeom prst="roundRect">
            <a:avLst>
              <a:gd name="adj" fmla="val 3834"/>
            </a:avLst>
          </a:prstGeom>
          <a:solidFill>
            <a:srgbClr val="2E5A4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82" y="4023916"/>
            <a:ext cx="457189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6582" y="4605893"/>
            <a:ext cx="500367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4. Randomized Questions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736582" y="5139472"/>
            <a:ext cx="500367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Changes the order of questions to make quiz attempts more interesting.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6172046" y="3896916"/>
            <a:ext cx="5562461" cy="2503884"/>
          </a:xfrm>
          <a:prstGeom prst="roundRect">
            <a:avLst>
              <a:gd name="adj" fmla="val 3834"/>
            </a:avLst>
          </a:prstGeom>
          <a:solidFill>
            <a:srgbClr val="2E5A4D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439" y="4023916"/>
            <a:ext cx="457189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51439" y="4605893"/>
            <a:ext cx="500367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5. Interactive Interface</a:t>
            </a:r>
            <a:endParaRPr lang="en-US" sz="2400" dirty="0"/>
          </a:p>
        </p:txBody>
      </p:sp>
      <p:sp>
        <p:nvSpPr>
          <p:cNvPr id="22" name="Text 15"/>
          <p:cNvSpPr/>
          <p:nvPr/>
        </p:nvSpPr>
        <p:spPr>
          <a:xfrm>
            <a:off x="6451439" y="5139472"/>
            <a:ext cx="528306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Provides a clean, attractive, and easy-to-use design.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1791953" y="6526510"/>
            <a:ext cx="39974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5FEDED-8E98-737E-8A4A-416120E039E4}"/>
              </a:ext>
            </a:extLst>
          </p:cNvPr>
          <p:cNvSpPr/>
          <p:nvPr/>
        </p:nvSpPr>
        <p:spPr>
          <a:xfrm>
            <a:off x="11036968" y="6553200"/>
            <a:ext cx="1090864" cy="304800"/>
          </a:xfrm>
          <a:prstGeom prst="rect">
            <a:avLst/>
          </a:prstGeom>
          <a:solidFill>
            <a:srgbClr val="053D24"/>
          </a:solidFill>
          <a:ln>
            <a:solidFill>
              <a:srgbClr val="043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3555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TECHNOLOGIES USED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5562461" cy="2119511"/>
          </a:xfrm>
          <a:prstGeom prst="rect">
            <a:avLst/>
          </a:prstGeom>
          <a:solidFill>
            <a:srgbClr val="F7FAF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1367730"/>
            <a:ext cx="457189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981" y="1977476"/>
            <a:ext cx="4952876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HTML – Structure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61981" y="2619911"/>
            <a:ext cx="495287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Creates the webpage structure and displays questions, options, and buttons.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189" y="3512641"/>
            <a:ext cx="5562461" cy="2119511"/>
          </a:xfrm>
          <a:prstGeom prst="rect">
            <a:avLst/>
          </a:prstGeom>
          <a:solidFill>
            <a:srgbClr val="F7FAF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3639641"/>
            <a:ext cx="457189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1981" y="4249387"/>
            <a:ext cx="4952876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CSS – Design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761981" y="4891822"/>
            <a:ext cx="495287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Adds colors, fonts, spacing, layouts, and visual styling to improve the user interface.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172046" y="1240730"/>
            <a:ext cx="5562461" cy="4391422"/>
          </a:xfrm>
          <a:prstGeom prst="rect">
            <a:avLst/>
          </a:prstGeom>
          <a:solidFill>
            <a:srgbClr val="F7FAF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1367730"/>
            <a:ext cx="457189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76838" y="1977476"/>
            <a:ext cx="4952876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JavaScript – Functionality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6476838" y="3096121"/>
            <a:ext cx="4952876" cy="174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Displays and randomizes questions.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Handles answer selection.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Controls the countdown timer.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Checks answers and calculates scores.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Displays the final result.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2396" y="5813762"/>
            <a:ext cx="118869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These technologies work together to create an interactive frontend application.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1791357" y="6526510"/>
            <a:ext cx="40033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E26A36-6EEE-F730-ACBF-065BD5A4F424}"/>
              </a:ext>
            </a:extLst>
          </p:cNvPr>
          <p:cNvSpPr/>
          <p:nvPr/>
        </p:nvSpPr>
        <p:spPr>
          <a:xfrm>
            <a:off x="11036968" y="6553200"/>
            <a:ext cx="1090864" cy="304800"/>
          </a:xfrm>
          <a:prstGeom prst="rect">
            <a:avLst/>
          </a:prstGeom>
          <a:solidFill>
            <a:srgbClr val="053D24"/>
          </a:solidFill>
          <a:ln>
            <a:solidFill>
              <a:srgbClr val="043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3555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WORKING PROCESS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3682908" cy="2503785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4" name="Text 2"/>
          <p:cNvSpPr/>
          <p:nvPr/>
        </p:nvSpPr>
        <p:spPr>
          <a:xfrm>
            <a:off x="736582" y="1505208"/>
            <a:ext cx="312412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Step 1: Start Quiz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6582" y="2038787"/>
            <a:ext cx="312412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user opens the website and clicks the Start Quiz button.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292493" y="1240730"/>
            <a:ext cx="3606710" cy="2503785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7" name="Text 5"/>
          <p:cNvSpPr/>
          <p:nvPr/>
        </p:nvSpPr>
        <p:spPr>
          <a:xfrm>
            <a:off x="4571886" y="1505208"/>
            <a:ext cx="304792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Step 2: Display Questions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1886" y="2434967"/>
            <a:ext cx="3047924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application displays MCQs in a randomized order.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51599" y="1240730"/>
            <a:ext cx="3682908" cy="2503785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330992" y="1505208"/>
            <a:ext cx="31241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Step 3: Select Answers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30992" y="2434967"/>
            <a:ext cx="312412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user selects an option for each question.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57189" y="3896916"/>
            <a:ext cx="3682908" cy="2503884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6582" y="4161393"/>
            <a:ext cx="312412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Step 4: Track Time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6582" y="4694972"/>
            <a:ext cx="312412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countdown timer tracks the available time.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292493" y="3896916"/>
            <a:ext cx="3606710" cy="2503884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1886" y="4161393"/>
            <a:ext cx="3047924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Step 5: Calculate Score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1886" y="5091152"/>
            <a:ext cx="3047924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JavaScript checks the answers and calculates the score.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51599" y="3896916"/>
            <a:ext cx="3682908" cy="2503884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9" name="Text 17"/>
          <p:cNvSpPr/>
          <p:nvPr/>
        </p:nvSpPr>
        <p:spPr>
          <a:xfrm>
            <a:off x="8330992" y="4161393"/>
            <a:ext cx="31241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Step 6: Display Results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30992" y="5091152"/>
            <a:ext cx="3124122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scoreboard displays the final score when the quiz ends or time runs out.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1789075" y="6526510"/>
            <a:ext cx="40262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E218A2-B418-CF71-014A-A0752C37F9D9}"/>
              </a:ext>
            </a:extLst>
          </p:cNvPr>
          <p:cNvSpPr/>
          <p:nvPr/>
        </p:nvSpPr>
        <p:spPr>
          <a:xfrm>
            <a:off x="11036968" y="6553200"/>
            <a:ext cx="1090864" cy="304800"/>
          </a:xfrm>
          <a:prstGeom prst="rect">
            <a:avLst/>
          </a:prstGeom>
          <a:solidFill>
            <a:srgbClr val="053D24"/>
          </a:solidFill>
          <a:ln>
            <a:solidFill>
              <a:srgbClr val="043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3555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CONCLUSION &amp; FUTURE SCOPE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240730"/>
            <a:ext cx="5410065" cy="3598863"/>
          </a:xfrm>
          <a:prstGeom prst="rect">
            <a:avLst/>
          </a:prstGeom>
          <a:solidFill>
            <a:srgbClr val="0F3B2E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609176"/>
            <a:ext cx="4648084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38179" y="2247801"/>
            <a:ext cx="4648084" cy="226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Quiz Application provides an easy way to test knowledge online.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demonstrates the practical use of HTML, CSS, and JavaScript.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MCQs, a timer, randomized questions, and a scoreboard improve the quiz experience.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24442" y="1240730"/>
            <a:ext cx="5410065" cy="3598863"/>
          </a:xfrm>
          <a:prstGeom prst="rect">
            <a:avLst/>
          </a:prstGeom>
          <a:solidFill>
            <a:srgbClr val="F7FAF4"/>
          </a:solidFill>
          <a:ln/>
        </p:spPr>
      </p:sp>
      <p:sp>
        <p:nvSpPr>
          <p:cNvPr id="7" name="Text 5"/>
          <p:cNvSpPr/>
          <p:nvPr/>
        </p:nvSpPr>
        <p:spPr>
          <a:xfrm>
            <a:off x="6705432" y="1609176"/>
            <a:ext cx="4648084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000000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705432" y="2247801"/>
            <a:ext cx="4648084" cy="200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 user login and registration.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Introduce different quiz categories and difficulty levels.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Store previous scores and performance history.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 a leaderboard to compare scores.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189" y="5249168"/>
            <a:ext cx="11277318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52396" y="6037203"/>
            <a:ext cx="118869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86595" y="6526510"/>
            <a:ext cx="4051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06</a:t>
            </a:r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6B265-066C-0DD5-7A9F-80B5D9551DDE}"/>
              </a:ext>
            </a:extLst>
          </p:cNvPr>
          <p:cNvSpPr/>
          <p:nvPr/>
        </p:nvSpPr>
        <p:spPr>
          <a:xfrm>
            <a:off x="11036968" y="6553200"/>
            <a:ext cx="1090864" cy="304800"/>
          </a:xfrm>
          <a:prstGeom prst="rect">
            <a:avLst/>
          </a:prstGeom>
          <a:solidFill>
            <a:srgbClr val="053D24"/>
          </a:solidFill>
          <a:ln>
            <a:solidFill>
              <a:srgbClr val="0437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Widescreen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Schibsted Grotesk ExtraBold</vt:lpstr>
      <vt:lpstr>Schibsted Grotesk</vt:lpstr>
      <vt:lpstr>Schibsted Grotesk Medium</vt:lpstr>
      <vt:lpstr>Schibsted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Nitish Gupta</cp:lastModifiedBy>
  <cp:revision>1</cp:revision>
  <dcterms:created xsi:type="dcterms:W3CDTF">2026-10-09T12:32:46Z</dcterms:created>
  <dcterms:modified xsi:type="dcterms:W3CDTF">2026-10-09T12:33:51Z</dcterms:modified>
</cp:coreProperties>
</file>